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5ABD09-1691-4050-9832-F221391370AD}" v="6" dt="2026-09-28T07:09:05.5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2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va Mahesh" userId="55ce729dfb06cce1" providerId="LiveId" clId="{186AA61E-F4F5-4CF2-92A8-395D4062B082}"/>
    <pc:docChg chg="undo custSel addSld delSld modSld sldOrd">
      <pc:chgData name="Yuva Mahesh" userId="55ce729dfb06cce1" providerId="LiveId" clId="{186AA61E-F4F5-4CF2-92A8-395D4062B082}" dt="2026-09-28T09:17:05.362" v="490" actId="1076"/>
      <pc:docMkLst>
        <pc:docMk/>
      </pc:docMkLst>
      <pc:sldChg chg="modSp mod">
        <pc:chgData name="Yuva Mahesh" userId="55ce729dfb06cce1" providerId="LiveId" clId="{186AA61E-F4F5-4CF2-92A8-395D4062B082}" dt="2026-09-18T16:16:03.134" v="120" actId="1076"/>
        <pc:sldMkLst>
          <pc:docMk/>
          <pc:sldMk cId="0" sldId="256"/>
        </pc:sldMkLst>
        <pc:spChg chg="mod">
          <ac:chgData name="Yuva Mahesh" userId="55ce729dfb06cce1" providerId="LiveId" clId="{186AA61E-F4F5-4CF2-92A8-395D4062B082}" dt="2026-09-18T16:15:38.846" v="119" actId="103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Yuva Mahesh" userId="55ce729dfb06cce1" providerId="LiveId" clId="{186AA61E-F4F5-4CF2-92A8-395D4062B082}" dt="2026-09-18T16:16:03.134" v="120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Yuva Mahesh" userId="55ce729dfb06cce1" providerId="LiveId" clId="{186AA61E-F4F5-4CF2-92A8-395D4062B082}" dt="2026-09-18T16:14:08.701" v="114" actId="1076"/>
          <ac:spMkLst>
            <pc:docMk/>
            <pc:sldMk cId="0" sldId="256"/>
            <ac:spMk id="14" creationId="{00000000-0000-0000-0000-000000000000}"/>
          </ac:spMkLst>
        </pc:spChg>
        <pc:picChg chg="mod">
          <ac:chgData name="Yuva Mahesh" userId="55ce729dfb06cce1" providerId="LiveId" clId="{186AA61E-F4F5-4CF2-92A8-395D4062B082}" dt="2026-09-18T16:15:36.068" v="117" actId="14100"/>
          <ac:picMkLst>
            <pc:docMk/>
            <pc:sldMk cId="0" sldId="256"/>
            <ac:picMk id="5" creationId="{00000000-0000-0000-0000-000000000000}"/>
          </ac:picMkLst>
        </pc:picChg>
      </pc:sldChg>
      <pc:sldChg chg="addSp delSp modSp mod">
        <pc:chgData name="Yuva Mahesh" userId="55ce729dfb06cce1" providerId="LiveId" clId="{186AA61E-F4F5-4CF2-92A8-395D4062B082}" dt="2026-09-18T16:03:06.778" v="54" actId="255"/>
        <pc:sldMkLst>
          <pc:docMk/>
          <pc:sldMk cId="0" sldId="257"/>
        </pc:sldMkLst>
        <pc:spChg chg="mod">
          <ac:chgData name="Yuva Mahesh" userId="55ce729dfb06cce1" providerId="LiveId" clId="{186AA61E-F4F5-4CF2-92A8-395D4062B082}" dt="2026-09-18T16:02:44.116" v="51" actId="113"/>
          <ac:spMkLst>
            <pc:docMk/>
            <pc:sldMk cId="0" sldId="257"/>
            <ac:spMk id="8" creationId="{00000000-0000-0000-0000-000000000000}"/>
          </ac:spMkLst>
        </pc:spChg>
        <pc:spChg chg="mod">
          <ac:chgData name="Yuva Mahesh" userId="55ce729dfb06cce1" providerId="LiveId" clId="{186AA61E-F4F5-4CF2-92A8-395D4062B082}" dt="2026-09-18T16:03:06.778" v="54" actId="255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Yuva Mahesh" userId="55ce729dfb06cce1" providerId="LiveId" clId="{186AA61E-F4F5-4CF2-92A8-395D4062B082}" dt="2026-09-18T16:13:49.316" v="112" actId="20577"/>
        <pc:sldMkLst>
          <pc:docMk/>
          <pc:sldMk cId="0" sldId="258"/>
        </pc:sldMkLst>
        <pc:spChg chg="mod">
          <ac:chgData name="Yuva Mahesh" userId="55ce729dfb06cce1" providerId="LiveId" clId="{186AA61E-F4F5-4CF2-92A8-395D4062B082}" dt="2026-09-18T16:13:49.316" v="112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Yuva Mahesh" userId="55ce729dfb06cce1" providerId="LiveId" clId="{186AA61E-F4F5-4CF2-92A8-395D4062B082}" dt="2026-09-18T16:03:19.841" v="56" actId="255"/>
          <ac:spMkLst>
            <pc:docMk/>
            <pc:sldMk cId="0" sldId="258"/>
            <ac:spMk id="8" creationId="{00000000-0000-0000-0000-000000000000}"/>
          </ac:spMkLst>
        </pc:spChg>
      </pc:sldChg>
      <pc:sldChg chg="modSp mod">
        <pc:chgData name="Yuva Mahesh" userId="55ce729dfb06cce1" providerId="LiveId" clId="{186AA61E-F4F5-4CF2-92A8-395D4062B082}" dt="2026-09-21T10:17:34.748" v="213" actId="20577"/>
        <pc:sldMkLst>
          <pc:docMk/>
          <pc:sldMk cId="0" sldId="259"/>
        </pc:sldMkLst>
        <pc:spChg chg="mod">
          <ac:chgData name="Yuva Mahesh" userId="55ce729dfb06cce1" providerId="LiveId" clId="{186AA61E-F4F5-4CF2-92A8-395D4062B082}" dt="2026-09-21T10:17:34.748" v="213" actId="20577"/>
          <ac:spMkLst>
            <pc:docMk/>
            <pc:sldMk cId="0" sldId="259"/>
            <ac:spMk id="8" creationId="{00000000-0000-0000-0000-000000000000}"/>
          </ac:spMkLst>
        </pc:spChg>
      </pc:sldChg>
      <pc:sldChg chg="delSp modSp mod">
        <pc:chgData name="Yuva Mahesh" userId="55ce729dfb06cce1" providerId="LiveId" clId="{186AA61E-F4F5-4CF2-92A8-395D4062B082}" dt="2026-09-18T16:05:26.902" v="71" actId="2711"/>
        <pc:sldMkLst>
          <pc:docMk/>
          <pc:sldMk cId="0" sldId="260"/>
        </pc:sldMkLst>
        <pc:spChg chg="mod">
          <ac:chgData name="Yuva Mahesh" userId="55ce729dfb06cce1" providerId="LiveId" clId="{186AA61E-F4F5-4CF2-92A8-395D4062B082}" dt="2026-09-18T16:04:21.205" v="63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Yuva Mahesh" userId="55ce729dfb06cce1" providerId="LiveId" clId="{186AA61E-F4F5-4CF2-92A8-395D4062B082}" dt="2026-09-18T16:04:14.827" v="62" actId="1076"/>
          <ac:spMkLst>
            <pc:docMk/>
            <pc:sldMk cId="0" sldId="260"/>
            <ac:spMk id="7" creationId="{00000000-0000-0000-0000-000000000000}"/>
          </ac:spMkLst>
        </pc:spChg>
        <pc:graphicFrameChg chg="mod modGraphic">
          <ac:chgData name="Yuva Mahesh" userId="55ce729dfb06cce1" providerId="LiveId" clId="{186AA61E-F4F5-4CF2-92A8-395D4062B082}" dt="2026-09-18T16:05:26.902" v="71" actId="2711"/>
          <ac:graphicFrameMkLst>
            <pc:docMk/>
            <pc:sldMk cId="0" sldId="260"/>
            <ac:graphicFrameMk id="8" creationId="{00000000-0000-0000-0000-000000000000}"/>
          </ac:graphicFrameMkLst>
        </pc:graphicFrameChg>
      </pc:sldChg>
      <pc:sldChg chg="delSp modSp mod">
        <pc:chgData name="Yuva Mahesh" userId="55ce729dfb06cce1" providerId="LiveId" clId="{186AA61E-F4F5-4CF2-92A8-395D4062B082}" dt="2026-09-21T10:16:45.592" v="210" actId="1076"/>
        <pc:sldMkLst>
          <pc:docMk/>
          <pc:sldMk cId="0" sldId="261"/>
        </pc:sldMkLst>
        <pc:spChg chg="mod">
          <ac:chgData name="Yuva Mahesh" userId="55ce729dfb06cce1" providerId="LiveId" clId="{186AA61E-F4F5-4CF2-92A8-395D4062B082}" dt="2026-09-21T10:16:31.328" v="208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Yuva Mahesh" userId="55ce729dfb06cce1" providerId="LiveId" clId="{186AA61E-F4F5-4CF2-92A8-395D4062B082}" dt="2026-09-21T10:16:36.244" v="209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Yuva Mahesh" userId="55ce729dfb06cce1" providerId="LiveId" clId="{186AA61E-F4F5-4CF2-92A8-395D4062B082}" dt="2026-09-21T10:16:45.592" v="210" actId="1076"/>
          <ac:spMkLst>
            <pc:docMk/>
            <pc:sldMk cId="0" sldId="261"/>
            <ac:spMk id="8" creationId="{00000000-0000-0000-0000-000000000000}"/>
          </ac:spMkLst>
        </pc:spChg>
      </pc:sldChg>
      <pc:sldChg chg="modSp del mod">
        <pc:chgData name="Yuva Mahesh" userId="55ce729dfb06cce1" providerId="LiveId" clId="{186AA61E-F4F5-4CF2-92A8-395D4062B082}" dt="2026-09-28T07:04:47.472" v="387" actId="47"/>
        <pc:sldMkLst>
          <pc:docMk/>
          <pc:sldMk cId="0" sldId="262"/>
        </pc:sldMkLst>
      </pc:sldChg>
      <pc:sldChg chg="modSp mod">
        <pc:chgData name="Yuva Mahesh" userId="55ce729dfb06cce1" providerId="LiveId" clId="{186AA61E-F4F5-4CF2-92A8-395D4062B082}" dt="2026-09-18T16:06:37.820" v="81" actId="113"/>
        <pc:sldMkLst>
          <pc:docMk/>
          <pc:sldMk cId="0" sldId="263"/>
        </pc:sldMkLst>
        <pc:spChg chg="mod">
          <ac:chgData name="Yuva Mahesh" userId="55ce729dfb06cce1" providerId="LiveId" clId="{186AA61E-F4F5-4CF2-92A8-395D4062B082}" dt="2026-09-18T16:06:37.820" v="81" actId="113"/>
          <ac:spMkLst>
            <pc:docMk/>
            <pc:sldMk cId="0" sldId="263"/>
            <ac:spMk id="10" creationId="{00000000-0000-0000-0000-000000000000}"/>
          </ac:spMkLst>
        </pc:spChg>
      </pc:sldChg>
      <pc:sldChg chg="modSp mod">
        <pc:chgData name="Yuva Mahesh" userId="55ce729dfb06cce1" providerId="LiveId" clId="{186AA61E-F4F5-4CF2-92A8-395D4062B082}" dt="2026-09-21T10:12:38.425" v="175" actId="2711"/>
        <pc:sldMkLst>
          <pc:docMk/>
          <pc:sldMk cId="0" sldId="264"/>
        </pc:sldMkLst>
        <pc:spChg chg="mod">
          <ac:chgData name="Yuva Mahesh" userId="55ce729dfb06cce1" providerId="LiveId" clId="{186AA61E-F4F5-4CF2-92A8-395D4062B082}" dt="2026-09-21T10:12:01.663" v="172" actId="255"/>
          <ac:spMkLst>
            <pc:docMk/>
            <pc:sldMk cId="0" sldId="264"/>
            <ac:spMk id="8" creationId="{00000000-0000-0000-0000-000000000000}"/>
          </ac:spMkLst>
        </pc:spChg>
        <pc:spChg chg="mod">
          <ac:chgData name="Yuva Mahesh" userId="55ce729dfb06cce1" providerId="LiveId" clId="{186AA61E-F4F5-4CF2-92A8-395D4062B082}" dt="2026-09-21T10:12:38.425" v="175" actId="2711"/>
          <ac:spMkLst>
            <pc:docMk/>
            <pc:sldMk cId="0" sldId="264"/>
            <ac:spMk id="9" creationId="{00000000-0000-0000-0000-000000000000}"/>
          </ac:spMkLst>
        </pc:spChg>
        <pc:spChg chg="mod">
          <ac:chgData name="Yuva Mahesh" userId="55ce729dfb06cce1" providerId="LiveId" clId="{186AA61E-F4F5-4CF2-92A8-395D4062B082}" dt="2026-09-21T10:12:10.990" v="173" actId="255"/>
          <ac:spMkLst>
            <pc:docMk/>
            <pc:sldMk cId="0" sldId="264"/>
            <ac:spMk id="10" creationId="{00000000-0000-0000-0000-000000000000}"/>
          </ac:spMkLst>
        </pc:spChg>
        <pc:spChg chg="mod">
          <ac:chgData name="Yuva Mahesh" userId="55ce729dfb06cce1" providerId="LiveId" clId="{186AA61E-F4F5-4CF2-92A8-395D4062B082}" dt="2026-09-18T16:12:12.671" v="105" actId="255"/>
          <ac:spMkLst>
            <pc:docMk/>
            <pc:sldMk cId="0" sldId="264"/>
            <ac:spMk id="11" creationId="{00000000-0000-0000-0000-000000000000}"/>
          </ac:spMkLst>
        </pc:spChg>
      </pc:sldChg>
      <pc:sldChg chg="modSp mod">
        <pc:chgData name="Yuva Mahesh" userId="55ce729dfb06cce1" providerId="LiveId" clId="{186AA61E-F4F5-4CF2-92A8-395D4062B082}" dt="2026-09-21T10:11:20.672" v="169" actId="1076"/>
        <pc:sldMkLst>
          <pc:docMk/>
          <pc:sldMk cId="0" sldId="265"/>
        </pc:sldMkLst>
        <pc:spChg chg="mod">
          <ac:chgData name="Yuva Mahesh" userId="55ce729dfb06cce1" providerId="LiveId" clId="{186AA61E-F4F5-4CF2-92A8-395D4062B082}" dt="2026-09-21T10:10:33.815" v="162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Yuva Mahesh" userId="55ce729dfb06cce1" providerId="LiveId" clId="{186AA61E-F4F5-4CF2-92A8-395D4062B082}" dt="2026-09-21T10:11:06.585" v="167" actId="14100"/>
          <ac:spMkLst>
            <pc:docMk/>
            <pc:sldMk cId="0" sldId="265"/>
            <ac:spMk id="7" creationId="{00000000-0000-0000-0000-000000000000}"/>
          </ac:spMkLst>
        </pc:spChg>
        <pc:spChg chg="mod">
          <ac:chgData name="Yuva Mahesh" userId="55ce729dfb06cce1" providerId="LiveId" clId="{186AA61E-F4F5-4CF2-92A8-395D4062B082}" dt="2026-09-21T10:11:20.672" v="169" actId="1076"/>
          <ac:spMkLst>
            <pc:docMk/>
            <pc:sldMk cId="0" sldId="265"/>
            <ac:spMk id="8" creationId="{00000000-0000-0000-0000-000000000000}"/>
          </ac:spMkLst>
        </pc:spChg>
      </pc:sldChg>
      <pc:sldChg chg="modSp mod">
        <pc:chgData name="Yuva Mahesh" userId="55ce729dfb06cce1" providerId="LiveId" clId="{186AA61E-F4F5-4CF2-92A8-395D4062B082}" dt="2026-09-21T10:08:36.698" v="155" actId="1076"/>
        <pc:sldMkLst>
          <pc:docMk/>
          <pc:sldMk cId="0" sldId="266"/>
        </pc:sldMkLst>
        <pc:spChg chg="mod">
          <ac:chgData name="Yuva Mahesh" userId="55ce729dfb06cce1" providerId="LiveId" clId="{186AA61E-F4F5-4CF2-92A8-395D4062B082}" dt="2026-09-21T10:08:22.940" v="153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Yuva Mahesh" userId="55ce729dfb06cce1" providerId="LiveId" clId="{186AA61E-F4F5-4CF2-92A8-395D4062B082}" dt="2026-09-21T10:08:19.981" v="152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Yuva Mahesh" userId="55ce729dfb06cce1" providerId="LiveId" clId="{186AA61E-F4F5-4CF2-92A8-395D4062B082}" dt="2026-09-21T10:08:36.698" v="155" actId="1076"/>
          <ac:spMkLst>
            <pc:docMk/>
            <pc:sldMk cId="0" sldId="266"/>
            <ac:spMk id="8" creationId="{00000000-0000-0000-0000-000000000000}"/>
          </ac:spMkLst>
        </pc:spChg>
      </pc:sldChg>
      <pc:sldChg chg="addSp delSp modSp add mod setBg">
        <pc:chgData name="Yuva Mahesh" userId="55ce729dfb06cce1" providerId="LiveId" clId="{186AA61E-F4F5-4CF2-92A8-395D4062B082}" dt="2026-09-28T09:17:05.362" v="490" actId="1076"/>
        <pc:sldMkLst>
          <pc:docMk/>
          <pc:sldMk cId="1194363050" sldId="268"/>
        </pc:sldMkLst>
        <pc:spChg chg="mod">
          <ac:chgData name="Yuva Mahesh" userId="55ce729dfb06cce1" providerId="LiveId" clId="{186AA61E-F4F5-4CF2-92A8-395D4062B082}" dt="2026-09-28T09:16:56.149" v="488" actId="1076"/>
          <ac:spMkLst>
            <pc:docMk/>
            <pc:sldMk cId="1194363050" sldId="268"/>
            <ac:spMk id="6" creationId="{4DC1ED42-3199-4322-9D66-C7BC67E31DD1}"/>
          </ac:spMkLst>
        </pc:spChg>
        <pc:spChg chg="del mod">
          <ac:chgData name="Yuva Mahesh" userId="55ce729dfb06cce1" providerId="LiveId" clId="{186AA61E-F4F5-4CF2-92A8-395D4062B082}" dt="2026-09-28T07:06:49.138" v="404" actId="478"/>
          <ac:spMkLst>
            <pc:docMk/>
            <pc:sldMk cId="1194363050" sldId="268"/>
            <ac:spMk id="7" creationId="{90B329DF-19E6-7C06-0BA2-E6239DAE9D35}"/>
          </ac:spMkLst>
        </pc:spChg>
        <pc:spChg chg="mod">
          <ac:chgData name="Yuva Mahesh" userId="55ce729dfb06cce1" providerId="LiveId" clId="{186AA61E-F4F5-4CF2-92A8-395D4062B082}" dt="2026-09-28T09:17:05.362" v="490" actId="1076"/>
          <ac:spMkLst>
            <pc:docMk/>
            <pc:sldMk cId="1194363050" sldId="268"/>
            <ac:spMk id="8" creationId="{964E8329-DEFD-CBD0-7155-5B587AC6205E}"/>
          </ac:spMkLst>
        </pc:spChg>
        <pc:spChg chg="add del mod">
          <ac:chgData name="Yuva Mahesh" userId="55ce729dfb06cce1" providerId="LiveId" clId="{186AA61E-F4F5-4CF2-92A8-395D4062B082}" dt="2026-09-28T06:56:44.824" v="289"/>
          <ac:spMkLst>
            <pc:docMk/>
            <pc:sldMk cId="1194363050" sldId="268"/>
            <ac:spMk id="11" creationId="{D22EEDE5-1747-1544-FC04-FFC0B46003A3}"/>
          </ac:spMkLst>
        </pc:spChg>
        <pc:spChg chg="add del mod">
          <ac:chgData name="Yuva Mahesh" userId="55ce729dfb06cce1" providerId="LiveId" clId="{186AA61E-F4F5-4CF2-92A8-395D4062B082}" dt="2026-09-28T06:56:57.676" v="292"/>
          <ac:spMkLst>
            <pc:docMk/>
            <pc:sldMk cId="1194363050" sldId="268"/>
            <ac:spMk id="12" creationId="{D1A9C64F-6F12-5FE8-29C2-7DBFF1B7E404}"/>
          </ac:spMkLst>
        </pc:spChg>
        <pc:spChg chg="add del mod">
          <ac:chgData name="Yuva Mahesh" userId="55ce729dfb06cce1" providerId="LiveId" clId="{186AA61E-F4F5-4CF2-92A8-395D4062B082}" dt="2026-09-28T06:57:01.758" v="296"/>
          <ac:spMkLst>
            <pc:docMk/>
            <pc:sldMk cId="1194363050" sldId="268"/>
            <ac:spMk id="13" creationId="{C02564CB-8FA9-7F4D-D1FE-254CA25F2E22}"/>
          </ac:spMkLst>
        </pc:spChg>
        <pc:spChg chg="add del mod">
          <ac:chgData name="Yuva Mahesh" userId="55ce729dfb06cce1" providerId="LiveId" clId="{186AA61E-F4F5-4CF2-92A8-395D4062B082}" dt="2026-09-28T06:58:08.093" v="374"/>
          <ac:spMkLst>
            <pc:docMk/>
            <pc:sldMk cId="1194363050" sldId="268"/>
            <ac:spMk id="14" creationId="{324EBFDF-95D3-539E-A4EC-AD6EF48D5C40}"/>
          </ac:spMkLst>
        </pc:spChg>
        <pc:picChg chg="mod">
          <ac:chgData name="Yuva Mahesh" userId="55ce729dfb06cce1" providerId="LiveId" clId="{186AA61E-F4F5-4CF2-92A8-395D4062B082}" dt="2026-09-28T09:13:01.482" v="450" actId="14100"/>
          <ac:picMkLst>
            <pc:docMk/>
            <pc:sldMk cId="1194363050" sldId="268"/>
            <ac:picMk id="5" creationId="{9DA6A705-B6C6-91C1-3453-B664EE0AB0FD}"/>
          </ac:picMkLst>
        </pc:picChg>
        <pc:picChg chg="add del mod ord">
          <ac:chgData name="Yuva Mahesh" userId="55ce729dfb06cce1" providerId="LiveId" clId="{186AA61E-F4F5-4CF2-92A8-395D4062B082}" dt="2026-09-28T06:58:47.638" v="378" actId="478"/>
          <ac:picMkLst>
            <pc:docMk/>
            <pc:sldMk cId="1194363050" sldId="268"/>
            <ac:picMk id="10" creationId="{A36CE987-8FFD-99F7-0D55-425F8AB569A5}"/>
          </ac:picMkLst>
        </pc:picChg>
        <pc:picChg chg="add del mod">
          <ac:chgData name="Yuva Mahesh" userId="55ce729dfb06cce1" providerId="LiveId" clId="{186AA61E-F4F5-4CF2-92A8-395D4062B082}" dt="2026-09-28T06:58:52.620" v="379" actId="478"/>
          <ac:picMkLst>
            <pc:docMk/>
            <pc:sldMk cId="1194363050" sldId="268"/>
            <ac:picMk id="16" creationId="{93A24245-A585-7889-7ACB-C06063DCEB31}"/>
          </ac:picMkLst>
        </pc:picChg>
        <pc:picChg chg="add mod">
          <ac:chgData name="Yuva Mahesh" userId="55ce729dfb06cce1" providerId="LiveId" clId="{186AA61E-F4F5-4CF2-92A8-395D4062B082}" dt="2026-09-28T09:16:38.750" v="486" actId="14100"/>
          <ac:picMkLst>
            <pc:docMk/>
            <pc:sldMk cId="1194363050" sldId="268"/>
            <ac:picMk id="18" creationId="{50C1AECB-277D-CF49-516A-88947D2C3A19}"/>
          </ac:picMkLst>
        </pc:picChg>
        <pc:picChg chg="add mod">
          <ac:chgData name="Yuva Mahesh" userId="55ce729dfb06cce1" providerId="LiveId" clId="{186AA61E-F4F5-4CF2-92A8-395D4062B082}" dt="2026-09-28T09:16:34.950" v="485" actId="14100"/>
          <ac:picMkLst>
            <pc:docMk/>
            <pc:sldMk cId="1194363050" sldId="268"/>
            <ac:picMk id="20" creationId="{B500F279-82B8-E6F3-DB7F-FA140BD22657}"/>
          </ac:picMkLst>
        </pc:picChg>
      </pc:sldChg>
      <pc:sldChg chg="modSp add mod">
        <pc:chgData name="Yuva Mahesh" userId="55ce729dfb06cce1" providerId="LiveId" clId="{186AA61E-F4F5-4CF2-92A8-395D4062B082}" dt="2026-09-28T06:58:37.158" v="377" actId="14100"/>
        <pc:sldMkLst>
          <pc:docMk/>
          <pc:sldMk cId="3960266935" sldId="269"/>
        </pc:sldMkLst>
        <pc:picChg chg="mod">
          <ac:chgData name="Yuva Mahesh" userId="55ce729dfb06cce1" providerId="LiveId" clId="{186AA61E-F4F5-4CF2-92A8-395D4062B082}" dt="2026-09-28T06:58:37.158" v="377" actId="14100"/>
          <ac:picMkLst>
            <pc:docMk/>
            <pc:sldMk cId="3960266935" sldId="269"/>
            <ac:picMk id="5" creationId="{5993B46E-AC99-E1A5-9BC3-72AE0DD4AA9D}"/>
          </ac:picMkLst>
        </pc:picChg>
      </pc:sldChg>
      <pc:sldChg chg="addSp modSp add mod ord">
        <pc:chgData name="Yuva Mahesh" userId="55ce729dfb06cce1" providerId="LiveId" clId="{186AA61E-F4F5-4CF2-92A8-395D4062B082}" dt="2026-09-28T07:04:26.220" v="386" actId="14100"/>
        <pc:sldMkLst>
          <pc:docMk/>
          <pc:sldMk cId="1495948528" sldId="270"/>
        </pc:sldMkLst>
        <pc:picChg chg="add mod">
          <ac:chgData name="Yuva Mahesh" userId="55ce729dfb06cce1" providerId="LiveId" clId="{186AA61E-F4F5-4CF2-92A8-395D4062B082}" dt="2026-09-28T07:04:26.220" v="386" actId="14100"/>
          <ac:picMkLst>
            <pc:docMk/>
            <pc:sldMk cId="1495948528" sldId="270"/>
            <ac:picMk id="10" creationId="{48B49FC3-9AE5-5CC3-A1F8-09D222ECA7C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7078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58670-55D9-6E1B-1EFC-129CBBFCC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AAD6F-79F2-A40F-220D-B933FB406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53C1B-06C7-893F-132B-377526912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4E74E-9475-C6BF-EE91-4D476E38C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15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F1AF9-D210-9FED-3D69-6E9D821D7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019D8-1719-0F7D-F356-345916530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FCA38A-C097-3682-9B71-F59C8138F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51B4C-D40C-F007-A438-EBE6CE5445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319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E2B6D-17AB-D8AB-4095-E65F7F552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644448-C1F1-A833-D0AC-1D1810135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72EF0-9E29-51B4-3F74-017209BEE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DB104-C0B9-D0F9-1948-60B357B94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68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9728"/>
            <a:ext cx="2103120" cy="850392"/>
          </a:xfrm>
          <a:prstGeom prst="rect">
            <a:avLst/>
          </a:prstGeom>
        </p:spPr>
      </p:pic>
      <p:pic>
        <p:nvPicPr>
          <p:cNvPr id="5" name="Image 1" descr="assets/swirl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0" y="932688"/>
            <a:ext cx="2876425" cy="17647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14400" y="960120"/>
            <a:ext cx="10360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Sequence Analysis Tool Using</a:t>
            </a:r>
            <a:endParaRPr lang="en-US" sz="3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String-Matching Algorithms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224028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DSA-III Mini Project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26517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submitted for the partial fulfilment of grade for the course</a:t>
            </a:r>
            <a:endParaRPr lang="en-US" sz="12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– 3 (DSA-III)  |  A.Y. 2026-2027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566160" y="3337560"/>
            <a:ext cx="5029200" cy="0"/>
          </a:xfrm>
          <a:prstGeom prst="line">
            <a:avLst/>
          </a:prstGeom>
          <a:noFill/>
          <a:ln w="12700">
            <a:solidFill>
              <a:srgbClr val="D9B7B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" y="34747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378295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Yuva Mahesh (2520030336)   •   K. Shloka (2520030334)   •   Sreshta (2520030217)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16052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Number: 6   |   Section: 5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4668012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4992624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D SWATHI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914400" y="532180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CSE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914400" y="63093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University, Bachupally Campus — Hyderabad-500090, Telangana, India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9728"/>
            <a:ext cx="2103120" cy="850392"/>
          </a:xfrm>
          <a:prstGeom prst="rect">
            <a:avLst/>
          </a:prstGeom>
        </p:spPr>
      </p:pic>
      <p:pic>
        <p:nvPicPr>
          <p:cNvPr id="5" name="Image 1" descr="assets/swirl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0" y="960120"/>
            <a:ext cx="3017520" cy="181051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703320" y="228600"/>
            <a:ext cx="8122615" cy="566928"/>
          </a:xfrm>
          <a:prstGeom prst="roundRect">
            <a:avLst>
              <a:gd name="adj" fmla="val 16129"/>
            </a:avLst>
          </a:prstGeom>
          <a:solidFill>
            <a:srgbClr val="C00000"/>
          </a:solidFill>
          <a:ln w="19050">
            <a:solidFill>
              <a:srgbClr val="AE2B32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3703320" y="228600"/>
            <a:ext cx="8122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3703320" y="1337310"/>
            <a:ext cx="3823564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3A3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1.   Abstract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3A3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2.   Introduction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3A3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3.   Literature Survey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5000"/>
              </a:lnSpc>
              <a:spcAft>
                <a:spcPts val="2000"/>
              </a:spcAft>
              <a:buAutoNum type="arabicPeriod" startAt="4"/>
            </a:pPr>
            <a:r>
              <a:rPr lang="en-US" sz="2000" b="1" dirty="0">
                <a:solidFill>
                  <a:srgbClr val="3A3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Problem Statement and               Objectives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3A3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5.   Flow Chart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7984084" y="1188720"/>
            <a:ext cx="3823564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3A3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6.  Results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3A3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7.  Hardware and Software Requirements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3A3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8.  Conclusion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3A3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9.  Future Scope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r>
              <a:rPr lang="en-IN" dirty="0"/>
              <a:t>a</a:t>
            </a:r>
          </a:p>
        </p:txBody>
      </p:sp>
      <p:sp>
        <p:nvSpPr>
          <p:cNvPr id="3" name="Shape 1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9728"/>
            <a:ext cx="2103120" cy="850392"/>
          </a:xfrm>
          <a:prstGeom prst="rect">
            <a:avLst/>
          </a:prstGeom>
        </p:spPr>
      </p:pic>
      <p:pic>
        <p:nvPicPr>
          <p:cNvPr id="5" name="Image 1" descr="assets/swirl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0" y="960120"/>
            <a:ext cx="3017520" cy="181051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703320" y="228600"/>
            <a:ext cx="8122615" cy="566928"/>
          </a:xfrm>
          <a:prstGeom prst="roundRect">
            <a:avLst>
              <a:gd name="adj" fmla="val 16129"/>
            </a:avLst>
          </a:prstGeom>
          <a:solidFill>
            <a:srgbClr val="C00000"/>
          </a:solidFill>
          <a:ln w="19050">
            <a:solidFill>
              <a:srgbClr val="AE2B32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3703320" y="228600"/>
            <a:ext cx="8122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3703320" y="1051560"/>
            <a:ext cx="8104327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Java-based web application (DSA-III mini-project) for DNA motif searching and performance analysis.</a:t>
            </a:r>
            <a:endParaRPr lang="en-US" b="1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four string-matching algorithms: KMP, Z-Algorithm, Rabin-Karp, and Aho-Corasick.</a:t>
            </a:r>
            <a:endParaRPr lang="en-US" b="1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KMP, Z-Algorithm and Rabin-Karp search one motif at a time; Aho-Corasick searches many motifs simultaneously.</a:t>
            </a:r>
            <a:endParaRPr lang="en-US" b="1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DNA sequences built from four nucleotide bases: A, T, G, C.</a:t>
            </a:r>
            <a:endParaRPr lang="en-US" b="1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paste a sequence or upload a .txt/.fasta file, then search for one or more motifs.</a:t>
            </a:r>
            <a:endParaRPr lang="en-US" b="1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match positions, highlights matches, times each algorithm, and reports the fastest one.</a:t>
            </a:r>
            <a:endParaRPr lang="en-US" b="1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 memory - no database required.</a:t>
            </a: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9728"/>
            <a:ext cx="2103120" cy="850392"/>
          </a:xfrm>
          <a:prstGeom prst="rect">
            <a:avLst/>
          </a:prstGeom>
        </p:spPr>
      </p:pic>
      <p:pic>
        <p:nvPicPr>
          <p:cNvPr id="5" name="Image 1" descr="assets/swirl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0" y="960120"/>
            <a:ext cx="3017520" cy="181051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703320" y="228600"/>
            <a:ext cx="8122615" cy="566928"/>
          </a:xfrm>
          <a:prstGeom prst="roundRect">
            <a:avLst>
              <a:gd name="adj" fmla="val 16129"/>
            </a:avLst>
          </a:prstGeom>
          <a:solidFill>
            <a:srgbClr val="C00000"/>
          </a:solidFill>
          <a:ln w="19050">
            <a:solidFill>
              <a:srgbClr val="AE2B32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3703320" y="228600"/>
            <a:ext cx="8122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3703320" y="1051560"/>
            <a:ext cx="8104327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is a sequence built from just four letters: A (Adenine), T (Thymine), G (Guanine), C (Cytosine).</a:t>
            </a:r>
            <a:endParaRPr lang="en-US" sz="2000" b="1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recurring short sequence within DNA - like a start codon or a promoter region - is called a motif.</a:t>
            </a:r>
            <a:endParaRPr lang="en-US" sz="2000" b="1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every occurrence of a motif inside a long genome is a classic string-matching problem.</a:t>
            </a:r>
            <a:endParaRPr lang="en-US" sz="2000" b="1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character-by-character search takes O(</a:t>
            </a:r>
            <a:r>
              <a:rPr lang="en-US" sz="2000" b="1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n·m</a:t>
            </a:r>
            <a:r>
              <a:rPr lang="en-US" sz="20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time - too slow for large genome files.</a:t>
            </a:r>
            <a:endParaRPr lang="en-US" sz="2000" b="1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algorithms (KMP, Z-Algorithm, Rabin-Karp, Aho-</a:t>
            </a:r>
            <a:r>
              <a:rPr lang="en-US" sz="2000" b="1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Corasick</a:t>
            </a:r>
            <a:r>
              <a:rPr lang="en-US" sz="20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solve this in linear or near-linear time.</a:t>
            </a:r>
            <a:endParaRPr lang="en-US" sz="2000" b="1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practical tool that applies all four algorithms to real DNA-style data and compares them head-to-head.</a:t>
            </a:r>
            <a:endParaRPr lang="en-US" sz="20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9728"/>
            <a:ext cx="2103120" cy="850392"/>
          </a:xfrm>
          <a:prstGeom prst="rect">
            <a:avLst/>
          </a:prstGeom>
        </p:spPr>
      </p:pic>
      <p:pic>
        <p:nvPicPr>
          <p:cNvPr id="5" name="Image 1" descr="assets/swirl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0" y="960120"/>
            <a:ext cx="3017520" cy="181051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703320" y="560324"/>
            <a:ext cx="8122615" cy="566928"/>
          </a:xfrm>
          <a:prstGeom prst="roundRect">
            <a:avLst>
              <a:gd name="adj" fmla="val 16129"/>
            </a:avLst>
          </a:prstGeom>
          <a:solidFill>
            <a:srgbClr val="C00000"/>
          </a:solidFill>
          <a:ln w="19050">
            <a:solidFill>
              <a:srgbClr val="AE2B32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3625166" y="560324"/>
            <a:ext cx="8122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618033"/>
              </p:ext>
            </p:extLst>
          </p:nvPr>
        </p:nvGraphicFramePr>
        <p:xfrm>
          <a:off x="3703320" y="1371600"/>
          <a:ext cx="8119872" cy="41148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2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Origin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Core Idea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Knuth-Morris-Pratt (KMP)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3A3A3A"/>
                          </a:solidFill>
                          <a:latin typeface="+mn-lt"/>
                        </a:rPr>
                        <a:t>Knuth, Morris &amp; Pratt (1977)</a:t>
                      </a:r>
                      <a:endParaRPr lang="en-US" sz="1200" b="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3A3A3A"/>
                          </a:solidFill>
                          <a:latin typeface="+mn-lt"/>
                        </a:rPr>
                        <a:t>Failure function (LPS array) avoids re-checking matched characters.</a:t>
                      </a:r>
                      <a:endParaRPr lang="en-US" sz="1200" b="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Z-Algorithm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3A3A3A"/>
                          </a:solidFill>
                          <a:latin typeface="+mn-lt"/>
                        </a:rPr>
                        <a:t>Gusfield, Algorithms on Strings, Trees and Sequences (1997)</a:t>
                      </a:r>
                      <a:endParaRPr lang="en-US" sz="1200" b="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3A3A3A"/>
                          </a:solidFill>
                          <a:latin typeface="+mn-lt"/>
                        </a:rPr>
                        <a:t>Z-array gives the longest match with the prefix at every position.</a:t>
                      </a:r>
                      <a:endParaRPr lang="en-US" sz="1200" b="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Rabin-Karp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3A3A3A"/>
                          </a:solidFill>
                          <a:latin typeface="+mn-lt"/>
                        </a:rPr>
                        <a:t>Rabin &amp; Karp (1987)</a:t>
                      </a:r>
                      <a:endParaRPr lang="en-US" sz="1200" b="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3A3A3A"/>
                          </a:solidFill>
                          <a:latin typeface="+mn-lt"/>
                        </a:rPr>
                        <a:t>Polynomial rolling hash compares windows in O(1) before a direct check.</a:t>
                      </a:r>
                      <a:endParaRPr lang="en-US" sz="1200" b="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Aho-Corasick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3A3A3A"/>
                          </a:solidFill>
                          <a:latin typeface="+mn-lt"/>
                        </a:rPr>
                        <a:t>Aho &amp; Corasick (1975)</a:t>
                      </a:r>
                      <a:endParaRPr lang="en-US" sz="1200" b="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3A3A3A"/>
                          </a:solidFill>
                          <a:latin typeface="+mn-lt"/>
                        </a:rPr>
                        <a:t>Trie of all patterns plus KMP-style failure links; finds every pattern in one pass.</a:t>
                      </a:r>
                      <a:endParaRPr lang="en-US" sz="1200" b="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9728"/>
            <a:ext cx="2103120" cy="850392"/>
          </a:xfrm>
          <a:prstGeom prst="rect">
            <a:avLst/>
          </a:prstGeom>
        </p:spPr>
      </p:pic>
      <p:pic>
        <p:nvPicPr>
          <p:cNvPr id="5" name="Image 1" descr="assets/swirl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0" y="960120"/>
            <a:ext cx="3017520" cy="181051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95282" y="431448"/>
            <a:ext cx="9037015" cy="566928"/>
          </a:xfrm>
          <a:prstGeom prst="roundRect">
            <a:avLst>
              <a:gd name="adj" fmla="val 16129"/>
            </a:avLst>
          </a:prstGeom>
          <a:solidFill>
            <a:srgbClr val="C00000"/>
          </a:solidFill>
          <a:ln w="19050">
            <a:solidFill>
              <a:srgbClr val="AE2B32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Text 3"/>
          <p:cNvSpPr txBox="1"/>
          <p:nvPr/>
        </p:nvSpPr>
        <p:spPr>
          <a:xfrm>
            <a:off x="2788918" y="396670"/>
            <a:ext cx="9037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Objectives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3341819" y="1461476"/>
            <a:ext cx="8400139" cy="576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b="1" dirty="0"/>
              <a:t>Problem Statement : </a:t>
            </a:r>
          </a:p>
          <a:p>
            <a:r>
              <a:rPr lang="en-IN" dirty="0"/>
              <a:t>Searching for specific DNA motifs within large genome sequences using </a:t>
            </a:r>
            <a:r>
              <a:rPr lang="en-IN" b="1" dirty="0"/>
              <a:t>naive character-by-character comparison</a:t>
            </a:r>
            <a:r>
              <a:rPr lang="en-IN" dirty="0"/>
              <a:t> can require </a:t>
            </a:r>
            <a:r>
              <a:rPr lang="en-IN" b="1" dirty="0"/>
              <a:t>O(</a:t>
            </a:r>
            <a:r>
              <a:rPr lang="en-IN" b="1" dirty="0" err="1"/>
              <a:t>n·m</a:t>
            </a:r>
            <a:r>
              <a:rPr lang="en-IN" b="1" dirty="0"/>
              <a:t>)</a:t>
            </a:r>
            <a:r>
              <a:rPr lang="en-IN" dirty="0"/>
              <a:t> time for each search, making repeated searches computationally expensive as the sequence size grows. This project addresses this challenge by applying </a:t>
            </a:r>
            <a:r>
              <a:rPr lang="en-IN" b="1" dirty="0"/>
              <a:t>advanced string-matching algorithms</a:t>
            </a:r>
            <a:r>
              <a:rPr lang="en-IN" dirty="0"/>
              <a:t> to efficiently perform single-pattern and multi-pattern searches, accurately identify motif locations, and compare algorithm performance on DNA sequence data.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Objectives : </a:t>
            </a:r>
          </a:p>
          <a:p>
            <a:r>
              <a:rPr lang="en-IN" dirty="0"/>
              <a:t>The main objective of the project is to </a:t>
            </a:r>
            <a:r>
              <a:rPr lang="en-IN" b="1" dirty="0"/>
              <a:t>accurately locate DNA motif patterns</a:t>
            </a:r>
            <a:r>
              <a:rPr lang="en-IN" dirty="0"/>
              <a:t> within sequence data using advanced string-matching techniques. The system also aims to </a:t>
            </a:r>
            <a:r>
              <a:rPr lang="en-IN" b="1" dirty="0"/>
              <a:t>support simultaneous searching of multiple motifs</a:t>
            </a:r>
            <a:r>
              <a:rPr lang="en-IN" dirty="0"/>
              <a:t> using the Aho-</a:t>
            </a:r>
            <a:r>
              <a:rPr lang="en-IN" dirty="0" err="1"/>
              <a:t>Corasick</a:t>
            </a:r>
            <a:r>
              <a:rPr lang="en-IN" dirty="0"/>
              <a:t> algorithm, while </a:t>
            </a:r>
            <a:r>
              <a:rPr lang="en-IN" b="1" dirty="0"/>
              <a:t>measuring and comparing actual execution times</a:t>
            </a:r>
            <a:r>
              <a:rPr lang="en-IN" dirty="0"/>
              <a:t> with the theoretical time and space complexity of each algorithm. It validates DNA input according to the nucleotide alphabet </a:t>
            </a:r>
            <a:r>
              <a:rPr lang="en-IN" b="1" dirty="0"/>
              <a:t>{A, T, G, C}</a:t>
            </a:r>
            <a:r>
              <a:rPr lang="en-IN" dirty="0"/>
              <a:t> and is designed to operate </a:t>
            </a:r>
            <a:r>
              <a:rPr lang="en-IN" b="1" dirty="0"/>
              <a:t>entirely offline without a database or external services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lnSpc>
                <a:spcPct val="120000"/>
              </a:lnSpc>
              <a:buNone/>
            </a:pP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B6A07-8BEF-05BD-B9DC-8077C83E3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62101C-CE2D-DA94-90CC-6ACFCCC8A057}"/>
              </a:ext>
            </a:extLst>
          </p:cNvPr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408953C-42CB-27AC-03B1-F2A289757922}"/>
              </a:ext>
            </a:extLst>
          </p:cNvPr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assets/logo.png">
            <a:extLst>
              <a:ext uri="{FF2B5EF4-FFF2-40B4-BE49-F238E27FC236}">
                <a16:creationId xmlns:a16="http://schemas.microsoft.com/office/drawing/2014/main" id="{6F53F3E3-2600-3E8E-B6A4-FF99205BE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9728"/>
            <a:ext cx="2103120" cy="850392"/>
          </a:xfrm>
          <a:prstGeom prst="rect">
            <a:avLst/>
          </a:prstGeom>
        </p:spPr>
      </p:pic>
      <p:pic>
        <p:nvPicPr>
          <p:cNvPr id="5" name="Image 1" descr="assets/swirl.png">
            <a:extLst>
              <a:ext uri="{FF2B5EF4-FFF2-40B4-BE49-F238E27FC236}">
                <a16:creationId xmlns:a16="http://schemas.microsoft.com/office/drawing/2014/main" id="{A1A62878-45E4-EACE-1DD2-CE53EDC75B5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0" y="960120"/>
            <a:ext cx="2103120" cy="1261872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DFC8F11C-D0CD-74D8-40A1-708717CDA0AB}"/>
              </a:ext>
            </a:extLst>
          </p:cNvPr>
          <p:cNvSpPr/>
          <p:nvPr/>
        </p:nvSpPr>
        <p:spPr>
          <a:xfrm>
            <a:off x="3703320" y="228600"/>
            <a:ext cx="8122615" cy="566928"/>
          </a:xfrm>
          <a:prstGeom prst="roundRect">
            <a:avLst>
              <a:gd name="adj" fmla="val 16129"/>
            </a:avLst>
          </a:prstGeom>
          <a:solidFill>
            <a:srgbClr val="C00000"/>
          </a:solidFill>
          <a:ln w="19050">
            <a:solidFill>
              <a:srgbClr val="AE2B32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1D9B311-6076-F968-6253-9228EA9FBD2C}"/>
              </a:ext>
            </a:extLst>
          </p:cNvPr>
          <p:cNvSpPr txBox="1"/>
          <p:nvPr/>
        </p:nvSpPr>
        <p:spPr>
          <a:xfrm>
            <a:off x="3703320" y="228600"/>
            <a:ext cx="8122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-----------</a:t>
            </a:r>
            <a:endParaRPr lang="en-US" sz="2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9C4090F-FAC0-F549-5031-66412BB5CE95}"/>
              </a:ext>
            </a:extLst>
          </p:cNvPr>
          <p:cNvSpPr txBox="1"/>
          <p:nvPr/>
        </p:nvSpPr>
        <p:spPr>
          <a:xfrm>
            <a:off x="3767016" y="1559052"/>
            <a:ext cx="7666978" cy="465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B49FC3-9AE5-5CC3-A1F8-09D222ECA7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948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9728"/>
            <a:ext cx="2103120" cy="850392"/>
          </a:xfrm>
          <a:prstGeom prst="rect">
            <a:avLst/>
          </a:prstGeom>
        </p:spPr>
      </p:pic>
      <p:pic>
        <p:nvPicPr>
          <p:cNvPr id="5" name="Image 1" descr="assets/swirl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0" y="960120"/>
            <a:ext cx="3017520" cy="181051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703320" y="228600"/>
            <a:ext cx="8122615" cy="566928"/>
          </a:xfrm>
          <a:prstGeom prst="roundRect">
            <a:avLst>
              <a:gd name="adj" fmla="val 16129"/>
            </a:avLst>
          </a:prstGeom>
          <a:solidFill>
            <a:srgbClr val="C00000"/>
          </a:solidFill>
          <a:ln w="19050">
            <a:solidFill>
              <a:srgbClr val="AE2B32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3703320" y="228600"/>
            <a:ext cx="8122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3703320" y="1005840"/>
            <a:ext cx="81043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run: sequence length 118 bases, motifs = {ATG, TAGC, GTAC, ATGC}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03320" y="1463040"/>
          <a:ext cx="8119872" cy="2057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Occurrences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Time (ms)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Time Complexity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</a:rPr>
                        <a:t>KMP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</a:rPr>
                        <a:t>26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</a:rPr>
                        <a:t>2.5341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</a:rPr>
                        <a:t>O(n + m)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</a:rPr>
                        <a:t>Z-Algorithm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</a:rPr>
                        <a:t>26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</a:rPr>
                        <a:t>1.2021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</a:rPr>
                        <a:t>O(n + m)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00000"/>
                          </a:solidFill>
                        </a:rPr>
                        <a:t>Rabin-Karp  ★ Fastest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0000"/>
                          </a:solidFill>
                        </a:rPr>
                        <a:t>26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0000"/>
                          </a:solidFill>
                        </a:rPr>
                        <a:t>0.6217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0000"/>
                          </a:solidFill>
                        </a:rPr>
                        <a:t>O(n + m) avg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</a:rPr>
                        <a:t>Aho-Corasick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</a:rPr>
                        <a:t>26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</a:rPr>
                        <a:t>2.5820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</a:rPr>
                        <a:t>O(n + m + z)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3703320" y="3566160"/>
            <a:ext cx="810432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algorithms agree exactly on the number and position of every match, confirming correctness.</a:t>
            </a:r>
            <a:endParaRPr lang="en-US" sz="1450" b="1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Rabin-Karp was fastest in this run; results vary by input size and motif count.</a:t>
            </a:r>
            <a:endParaRPr lang="en-US" sz="1450" b="1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highlights every match directly within the sequence and lets the user download the full report.</a:t>
            </a:r>
            <a:endParaRPr lang="en-US" sz="145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9728"/>
            <a:ext cx="2103120" cy="850392"/>
          </a:xfrm>
          <a:prstGeom prst="rect">
            <a:avLst/>
          </a:prstGeom>
        </p:spPr>
      </p:pic>
      <p:pic>
        <p:nvPicPr>
          <p:cNvPr id="5" name="Image 1" descr="assets/swirl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0" y="960120"/>
            <a:ext cx="3017520" cy="181051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63240" y="228600"/>
            <a:ext cx="8762695" cy="566928"/>
          </a:xfrm>
          <a:prstGeom prst="roundRect">
            <a:avLst>
              <a:gd name="adj" fmla="val 16129"/>
            </a:avLst>
          </a:prstGeom>
          <a:solidFill>
            <a:srgbClr val="C00000"/>
          </a:solidFill>
          <a:ln w="19050">
            <a:solidFill>
              <a:srgbClr val="AE2B32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3063240" y="228600"/>
            <a:ext cx="8762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Software requirements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3789289" y="1414671"/>
            <a:ext cx="386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Hardware</a:t>
            </a: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3605823" y="2027252"/>
            <a:ext cx="38692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standard desktop or laptop (Windows / macOS / Linux)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 GB RAM recommended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or special hardware required</a:t>
            </a:r>
            <a:endParaRPr lang="en-US" dirty="0"/>
          </a:p>
        </p:txBody>
      </p:sp>
      <p:sp>
        <p:nvSpPr>
          <p:cNvPr id="10" name="Text 6"/>
          <p:cNvSpPr txBox="1"/>
          <p:nvPr/>
        </p:nvSpPr>
        <p:spPr>
          <a:xfrm>
            <a:off x="7956651" y="1426306"/>
            <a:ext cx="3869284" cy="383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Software</a:t>
            </a: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875840" y="1951892"/>
            <a:ext cx="38692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Development Kit (JDK) 17 or later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modern web browser (Chrome, Edge, Firefox)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Maven, no Spring Boot, no database, no internet required to run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9728"/>
            <a:ext cx="2103120" cy="850392"/>
          </a:xfrm>
          <a:prstGeom prst="rect">
            <a:avLst/>
          </a:prstGeom>
        </p:spPr>
      </p:pic>
      <p:pic>
        <p:nvPicPr>
          <p:cNvPr id="5" name="Image 1" descr="assets/swirl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0" y="960120"/>
            <a:ext cx="3017520" cy="181051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703320" y="758405"/>
            <a:ext cx="8122615" cy="566928"/>
          </a:xfrm>
          <a:prstGeom prst="roundRect">
            <a:avLst>
              <a:gd name="adj" fmla="val 16129"/>
            </a:avLst>
          </a:prstGeom>
          <a:solidFill>
            <a:srgbClr val="C00000"/>
          </a:solidFill>
          <a:ln w="19050">
            <a:solidFill>
              <a:srgbClr val="AE2B32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Text 3"/>
          <p:cNvSpPr txBox="1"/>
          <p:nvPr/>
        </p:nvSpPr>
        <p:spPr>
          <a:xfrm>
            <a:off x="3478237" y="656492"/>
            <a:ext cx="8122615" cy="66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3703320" y="1798281"/>
            <a:ext cx="8104327" cy="4828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600"/>
              </a:spcAft>
              <a:buSzPct val="100000"/>
              <a:buFontTx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DNA Sequence Analysis Tool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successfully demonstrates the practical application of four advanced string-matching algorithms—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KMP, Z-Algorithm, Rabin-Karp, and Aho-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Corasick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—for accurate DNA motif searching. KMP, Z-Algorithm, and Rabin-Karp efficiently handle single-motif searches, while Aho-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Corasick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supports multiple motifs in a single traversal of the sequence. The system provides accurate match locations and performance measurements, enabling meaningful comparison of the implemented algorithms. It processes DNA-style data using the nucleotide bases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A, T, G, and C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and operates locally without requiring a database or external services, making it a lightweight and effective platform for demonstrating advanced DSA concepts in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bioinformatics and genome sequence analysis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9728"/>
            <a:ext cx="2103120" cy="850392"/>
          </a:xfrm>
          <a:prstGeom prst="rect">
            <a:avLst/>
          </a:prstGeom>
        </p:spPr>
      </p:pic>
      <p:pic>
        <p:nvPicPr>
          <p:cNvPr id="5" name="Image 1" descr="assets/swirl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0" y="960120"/>
            <a:ext cx="3017520" cy="181051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703320" y="534924"/>
            <a:ext cx="8122615" cy="566928"/>
          </a:xfrm>
          <a:prstGeom prst="roundRect">
            <a:avLst>
              <a:gd name="adj" fmla="val 16129"/>
            </a:avLst>
          </a:prstGeom>
          <a:solidFill>
            <a:srgbClr val="C00000"/>
          </a:solidFill>
          <a:ln w="19050">
            <a:solidFill>
              <a:srgbClr val="AE2B32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3703320" y="565834"/>
            <a:ext cx="8122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3703320" y="1842516"/>
            <a:ext cx="8104327" cy="494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600"/>
              </a:spcAft>
              <a:buSzPct val="10000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future scope of the project includes extending the tool with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fuzzy motif matching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using Edit Distance and Smith-Waterman alignment,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reverse-complement searching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for both DNA strands, and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suffix array with LCP-based analysis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for identifying similar or repeated regions across genome files. The system can also be enhanced through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parallel processing of chromosome-sized sequences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to improve performance on very large datasets, along with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persistent search history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for cross-session analysis. Additional improvements could include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interactive visualizations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for motif distribution and algorithm performance, better memory optimization, and support for genome datasets of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100 MB or larger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making the tool more scalable and useful for practical bioinformatics applications.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AD98C-CCEE-0592-2BE8-8D8F5CD92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C3AE84-C287-092F-685D-D546E1F629CF}"/>
              </a:ext>
            </a:extLst>
          </p:cNvPr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D7F69A7-3FAF-AE2A-7E01-8376FCAA4DEB}"/>
              </a:ext>
            </a:extLst>
          </p:cNvPr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assets/logo.png">
            <a:extLst>
              <a:ext uri="{FF2B5EF4-FFF2-40B4-BE49-F238E27FC236}">
                <a16:creationId xmlns:a16="http://schemas.microsoft.com/office/drawing/2014/main" id="{AA9ACB89-CB5D-3111-32EC-586DECE03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9728"/>
            <a:ext cx="2103120" cy="850392"/>
          </a:xfrm>
          <a:prstGeom prst="rect">
            <a:avLst/>
          </a:prstGeom>
        </p:spPr>
      </p:pic>
      <p:pic>
        <p:nvPicPr>
          <p:cNvPr id="5" name="Image 1" descr="assets/swirl.png">
            <a:extLst>
              <a:ext uri="{FF2B5EF4-FFF2-40B4-BE49-F238E27FC236}">
                <a16:creationId xmlns:a16="http://schemas.microsoft.com/office/drawing/2014/main" id="{9DA6A705-B6C6-91C1-3453-B664EE0AB0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0" y="960120"/>
            <a:ext cx="2047631" cy="436295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4DC1ED42-3199-4322-9D66-C7BC67E31DD1}"/>
              </a:ext>
            </a:extLst>
          </p:cNvPr>
          <p:cNvSpPr/>
          <p:nvPr/>
        </p:nvSpPr>
        <p:spPr>
          <a:xfrm>
            <a:off x="5207782" y="279711"/>
            <a:ext cx="3557171" cy="566928"/>
          </a:xfrm>
          <a:prstGeom prst="roundRect">
            <a:avLst>
              <a:gd name="adj" fmla="val 16129"/>
            </a:avLst>
          </a:prstGeom>
          <a:solidFill>
            <a:srgbClr val="C00000"/>
          </a:solidFill>
          <a:ln w="19050">
            <a:solidFill>
              <a:srgbClr val="AE2B32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64E8329-DEFD-CBD0-7155-5B587AC6205E}"/>
              </a:ext>
            </a:extLst>
          </p:cNvPr>
          <p:cNvSpPr txBox="1"/>
          <p:nvPr/>
        </p:nvSpPr>
        <p:spPr>
          <a:xfrm>
            <a:off x="5989494" y="377483"/>
            <a:ext cx="3235569" cy="10316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en-IN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r>
              <a:rPr lang="en-IN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IN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0C1AECB-277D-CF49-516A-88947D2C3A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" y="1443075"/>
            <a:ext cx="6095996" cy="513521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500F279-82B8-E6F3-DB7F-FA140BD226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7065" y="1443074"/>
            <a:ext cx="6095996" cy="513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363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ADC5C-4F12-C5B7-C872-745F0B3A4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C60877-3519-9B66-CC3A-C786A1E292D5}"/>
              </a:ext>
            </a:extLst>
          </p:cNvPr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BA56C21-959C-92FC-1A18-BA4BC87400CA}"/>
              </a:ext>
            </a:extLst>
          </p:cNvPr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assets/logo.png">
            <a:extLst>
              <a:ext uri="{FF2B5EF4-FFF2-40B4-BE49-F238E27FC236}">
                <a16:creationId xmlns:a16="http://schemas.microsoft.com/office/drawing/2014/main" id="{955854F0-FC46-0F78-5529-FD72BCD6D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9728"/>
            <a:ext cx="2103120" cy="850392"/>
          </a:xfrm>
          <a:prstGeom prst="rect">
            <a:avLst/>
          </a:prstGeom>
        </p:spPr>
      </p:pic>
      <p:pic>
        <p:nvPicPr>
          <p:cNvPr id="5" name="Image 1" descr="assets/swirl.png">
            <a:extLst>
              <a:ext uri="{FF2B5EF4-FFF2-40B4-BE49-F238E27FC236}">
                <a16:creationId xmlns:a16="http://schemas.microsoft.com/office/drawing/2014/main" id="{5993B46E-AC99-E1A5-9BC3-72AE0DD4AA9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-1" y="960120"/>
            <a:ext cx="2323187" cy="1591056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9DA23019-6E4F-2416-8342-7D88B7630743}"/>
              </a:ext>
            </a:extLst>
          </p:cNvPr>
          <p:cNvSpPr/>
          <p:nvPr/>
        </p:nvSpPr>
        <p:spPr>
          <a:xfrm>
            <a:off x="3703320" y="228600"/>
            <a:ext cx="8122615" cy="566928"/>
          </a:xfrm>
          <a:prstGeom prst="roundRect">
            <a:avLst>
              <a:gd name="adj" fmla="val 16129"/>
            </a:avLst>
          </a:prstGeom>
          <a:solidFill>
            <a:srgbClr val="C00000"/>
          </a:solidFill>
          <a:ln w="19050">
            <a:solidFill>
              <a:srgbClr val="AE2B32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2463982-CE10-CFC0-7A4E-1CBAE23DBB17}"/>
              </a:ext>
            </a:extLst>
          </p:cNvPr>
          <p:cNvSpPr txBox="1"/>
          <p:nvPr/>
        </p:nvSpPr>
        <p:spPr>
          <a:xfrm>
            <a:off x="3703320" y="228600"/>
            <a:ext cx="8122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-----------</a:t>
            </a:r>
            <a:endParaRPr lang="en-US" sz="2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74F8908-15ED-1C40-CE6C-03C6588CDE9F}"/>
              </a:ext>
            </a:extLst>
          </p:cNvPr>
          <p:cNvSpPr txBox="1"/>
          <p:nvPr/>
        </p:nvSpPr>
        <p:spPr>
          <a:xfrm>
            <a:off x="265723" y="2089404"/>
            <a:ext cx="7666978" cy="465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8CD2B5-B70D-EAB3-4116-2BAFDA48B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848" y="1714500"/>
            <a:ext cx="3613668" cy="46177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147717-7058-1B2A-0A12-49F0DBD930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4185" y="1714500"/>
            <a:ext cx="3803514" cy="461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66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4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9728"/>
            <a:ext cx="2103120" cy="850392"/>
          </a:xfrm>
          <a:prstGeom prst="rect">
            <a:avLst/>
          </a:prstGeom>
        </p:spPr>
      </p:pic>
      <p:pic>
        <p:nvPicPr>
          <p:cNvPr id="5" name="Image 1" descr="assets/swirl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0" y="960120"/>
            <a:ext cx="3017520" cy="181051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480560" y="283464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C00000"/>
          </a:solidFill>
          <a:ln w="19050">
            <a:solidFill>
              <a:srgbClr val="AE2B32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4480560" y="2834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3794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Sequence Analysis Tool Using Advanced String-Matching Algorithms  |  Team 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1077</Words>
  <Application>Microsoft Office PowerPoint</Application>
  <PresentationFormat>Widescreen</PresentationFormat>
  <Paragraphs>120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Yuva Mahesh</cp:lastModifiedBy>
  <cp:revision>1</cp:revision>
  <dcterms:created xsi:type="dcterms:W3CDTF">2026-08-29T03:19:37Z</dcterms:created>
  <dcterms:modified xsi:type="dcterms:W3CDTF">2026-09-28T09:17:12Z</dcterms:modified>
</cp:coreProperties>
</file>